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raphik"/>
              </a:defRPr>
            </a:pPr>
            <a:r>
              <a:t>Braintrust.dev Critical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7295" cy="274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Graphik"/>
              </a:rPr>
              <a:t>
</a:t>
            </a:r>
            <a:r>
              <a:rPr sz="1800" b="1">
                <a:solidFill>
                  <a:srgbClr val="7500C0"/>
                </a:solidFill>
                <a:latin typeface="Graphik"/>
              </a:rPr>
              <a:t>AI observability platform</a:t>
            </a:r>
            <a:r>
              <a:rPr sz="1800" b="1">
                <a:solidFill>
                  <a:srgbClr val="000000"/>
                </a:solidFill>
                <a:latin typeface="Graphik"/>
              </a:rPr>
              <a:t> for </a:t>
            </a:r>
            <a:r>
              <a:rPr sz="1800" b="1">
                <a:solidFill>
                  <a:srgbClr val="7500C0"/>
                </a:solidFill>
                <a:latin typeface="Graphik"/>
              </a:rPr>
              <a:t>LLM evaluation and monitoring</a:t>
            </a:r>
            <a:r>
              <a:rPr sz="1800" b="1">
                <a:solidFill>
                  <a:srgbClr val="000000"/>
                </a:solidFill>
                <a:latin typeface="Graphik"/>
              </a:rPr>
              <a:t>; </a:t>
            </a:r>
            <a:r>
              <a:rPr sz="1800" b="1">
                <a:solidFill>
                  <a:srgbClr val="7500C0"/>
                </a:solidFill>
                <a:latin typeface="Graphik"/>
              </a:rPr>
              <a:t>hybrid model</a:t>
            </a:r>
            <a:r>
              <a:rPr sz="1800" b="1">
                <a:solidFill>
                  <a:srgbClr val="000000"/>
                </a:solidFill>
                <a:latin typeface="Graphik"/>
              </a:rPr>
              <a:t> keeps app data local but metadata flows to cloud.
 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11277295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Graphik"/>
              </a:defRPr>
            </a:pPr>
            <a:r>
              <a:t>Critical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85340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Graphik"/>
              </a:defRPr>
            </a:pPr>
            <a:r>
              <a:t>No FedRAMP with no stated roadmap.Operational metadata (project names, dataset names, hashed keys) flows to cloud—likely CUI transmission for federal workloads.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77295" cy="6400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Graphik"/>
              </a:defRPr>
            </a:pPr>
            <a: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926080"/>
            <a:ext cx="85340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Graphik"/>
              </a:defRPr>
            </a:pPr>
            <a:r>
              <a:t>Wait and Watchfor federal;Conditional Proceedfor commercial | Metadata cloud dependency blocks federal.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Alignment to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2659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Differentiation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8118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Security &amp;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577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ROI Potential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9036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Industry Backing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Fills AI observability gap; complements CI/CD and LLM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099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Workflow automation and infrastructure optimization; uses third-party LLMs behind unified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9558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SOC 2 Type II, no FedRAMP; app data local butmetadata transmits to cloud—likely CUI for federal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017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~30%+ accuracy improvements, ~80x faster queries (vendor reports, systematic evaluation benefits)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0476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$150M valuation, $45M funding (a16z); Notion, Stripe, Zapier, Airtable, Instacart; client base doubled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77295" cy="54864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218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Graphik"/>
              </a:defRPr>
            </a:pPr>
            <a:r>
              <a:t>Bottom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285232"/>
            <a:ext cx="8991295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Commercial pilots only where cloud metadata transmission permissible. Federal: evaluate open-source alternatives (Arize Phoenix) or await FedRAMP.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7500C0"/>
                </a:solidFill>
                <a:latin typeface="Graphik"/>
              </a:defRPr>
            </a:pPr>
            <a: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6895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Graphik"/>
              </a:defRPr>
            </a:pPr>
            <a:r>
              <a:t>Internal Use Only | Contact: | christopher.g.roge@afs.com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