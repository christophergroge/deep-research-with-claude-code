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raphik"/>
              </a:defRPr>
            </a:pPr>
            <a:r>
              <a:t>CoTester.io Critical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7295" cy="274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Graphik"/>
              </a:rPr>
              <a:t>
</a:t>
            </a:r>
            <a:r>
              <a:rPr sz="1800" b="1">
                <a:solidFill>
                  <a:srgbClr val="7500C0"/>
                </a:solidFill>
                <a:latin typeface="Graphik"/>
              </a:rPr>
              <a:t>Cloud-based AI testing platform</a:t>
            </a:r>
            <a:r>
              <a:rPr sz="1800" b="1">
                <a:solidFill>
                  <a:srgbClr val="000000"/>
                </a:solidFill>
                <a:latin typeface="Graphik"/>
              </a:rPr>
              <a:t> with </a:t>
            </a:r>
            <a:r>
              <a:rPr sz="1800" b="1">
                <a:solidFill>
                  <a:srgbClr val="7500C0"/>
                </a:solidFill>
                <a:latin typeface="Graphik"/>
              </a:rPr>
              <a:t>test generation and self-healing</a:t>
            </a:r>
            <a:r>
              <a:rPr sz="1800" b="1">
                <a:solidFill>
                  <a:srgbClr val="000000"/>
                </a:solidFill>
                <a:latin typeface="Graphik"/>
              </a:rPr>
              <a:t>; </a:t>
            </a:r>
            <a:r>
              <a:rPr sz="1800" b="1">
                <a:solidFill>
                  <a:srgbClr val="7500C0"/>
                </a:solidFill>
                <a:latin typeface="Graphik"/>
              </a:rPr>
              <a:t>AI brain cloud-only</a:t>
            </a:r>
            <a:r>
              <a:rPr sz="1800" b="1">
                <a:solidFill>
                  <a:srgbClr val="000000"/>
                </a:solidFill>
                <a:latin typeface="Graphik"/>
              </a:rPr>
              <a:t> even in on-premise configurations.
 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11277295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Graphik"/>
              </a:defRPr>
            </a:pPr>
            <a:r>
              <a:t>Critical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85340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Graphik"/>
              </a:defRPr>
            </a:pPr>
            <a:r>
              <a:t>AI processing remains cloud-dependent in all deployment models—incompatible with air-gapped federal environments and classified workloads.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77295" cy="6400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Graphik"/>
              </a:defRPr>
            </a:pPr>
            <a: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926080"/>
            <a:ext cx="85340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Graphik"/>
              </a:defRPr>
            </a:pPr>
            <a:r>
              <a:t>Wait and Watch| Cloud-dependent AI creates unresolved federal compliance questions.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Alignment to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2659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Differentiation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8118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Security &amp;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577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ROI Potential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9036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Industry Backing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Replaces manual testing; complements Selenium, Cypress, Playwright; integrates Jenkins, Azure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099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AI test generation and self-healing; appears to orchestrate commodity LLMs rather than proprietary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9558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Cloud-only AI processing blocks federal use; no FedRAMP; on-premise labs available but AI remains cloud-dependent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017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~50% faster testing, ~90% time reduction, ~$24K+ per QA (vendor claims, variable by complexity)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0476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Fortune 100 (banking, financial, healthcare, telecom); platinum GSI partners; well-capitalized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77295" cy="54864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218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Graphik"/>
              </a:defRPr>
            </a:pPr>
            <a:r>
              <a:t>Bottom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285232"/>
            <a:ext cx="8991295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Commercial/low-side federal only where cloud processing permissible. Significant evaluation effort with no guarantee of favorable outcomes.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7500C0"/>
                </a:solidFill>
                <a:latin typeface="Graphik"/>
              </a:defRPr>
            </a:pPr>
            <a: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6895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Graphik"/>
              </a:defRPr>
            </a:pPr>
            <a:r>
              <a:t>Internal Use Only | Contact: | christopher.g.roge@afs.com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