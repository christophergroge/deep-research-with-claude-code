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raphik"/>
              </a:defRPr>
            </a:pPr>
            <a:r>
              <a:t>Harness.io Critical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77295" cy="274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Graphik"/>
              </a:rPr>
              <a:t>
</a:t>
            </a:r>
            <a:r>
              <a:rPr sz="1800" b="1">
                <a:solidFill>
                  <a:srgbClr val="7500C0"/>
                </a:solidFill>
                <a:latin typeface="Graphik"/>
              </a:rPr>
              <a:t>Full-stack software delivery platform</a:t>
            </a:r>
            <a:r>
              <a:rPr sz="1800" b="1">
                <a:solidFill>
                  <a:srgbClr val="000000"/>
                </a:solidFill>
                <a:latin typeface="Graphik"/>
              </a:rPr>
              <a:t> with </a:t>
            </a:r>
            <a:r>
              <a:rPr sz="1800" b="1">
                <a:solidFill>
                  <a:srgbClr val="7500C0"/>
                </a:solidFill>
                <a:latin typeface="Graphik"/>
              </a:rPr>
              <a:t>SaaS and Self-Managed options</a:t>
            </a:r>
            <a:r>
              <a:rPr sz="1800" b="1">
                <a:solidFill>
                  <a:srgbClr val="000000"/>
                </a:solidFill>
                <a:latin typeface="Graphik"/>
              </a:rPr>
              <a:t> supporting </a:t>
            </a:r>
            <a:r>
              <a:rPr sz="1800" b="1">
                <a:solidFill>
                  <a:srgbClr val="7500C0"/>
                </a:solidFill>
                <a:latin typeface="Graphik"/>
              </a:rPr>
              <a:t>DoD via Platform One (cATO) and AWS GovCloud (IL 2/4/5)</a:t>
            </a:r>
            <a:r>
              <a:rPr sz="1800" b="1">
                <a:solidFill>
                  <a:srgbClr val="000000"/>
                </a:solidFill>
                <a:latin typeface="Graphik"/>
              </a:rPr>
              <a:t>.
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11277295" cy="6400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Critical Finding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148840"/>
            <a:ext cx="85340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Graphik"/>
              </a:defRPr>
            </a:pPr>
            <a:r>
              <a:t>No FedRAMP but viable federal paths exist:Platform One (DoD cATO), AWS GovCloud, or Self-Managed with FIPS. Core platform air-gap capable;AIDA AI requires cloud connectivity.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11277295" cy="6400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926080"/>
            <a:ext cx="85340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Graphik"/>
              </a:defRPr>
            </a:pPr>
            <a:r>
              <a:t>Proceed with Pilot| Multiple authorized deployment paths; validate core platform value without AIDA.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Alignment to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2659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Differentiation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8118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Security &amp; Compliance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577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ROI Potential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79036" y="3611880"/>
            <a:ext cx="2255459" cy="457200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 b="1">
                <a:solidFill>
                  <a:srgbClr val="FFFFFF"/>
                </a:solidFill>
                <a:latin typeface="Graphik"/>
              </a:defRPr>
            </a:pPr>
            <a:r>
              <a:t>Industry Backing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Replaces Jenkins, GitLab CI, Spinnakerwith unified platform and superior developer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099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Platform orchestration strength; AIDA uses third-party LLMs (OpenAI, Anthropic, Google)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558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Platform One cATO, GovCloud IL 2/4/5, FIPS-compliant Self-Managed; no FedRAMP; AIDA unavailable Self-Managed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017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~88-90% deployment time reduction, ~$500K+ savings (vendor reports, optimal conditions)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0476" y="4160520"/>
            <a:ext cx="20725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Citi (20K engineers), Fortune 100, DoD Platform One, GSI partnerships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11277295" cy="548640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218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Graphik"/>
              </a:defRPr>
            </a:pPr>
            <a:r>
              <a:t>Bottom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285232"/>
            <a:ext cx="8991295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Graphik"/>
              </a:defRPr>
            </a:pPr>
            <a:r>
              <a:t>Federal viable via Platform One, GovCloud, or Self-Managed. Core platform fully functional locally. Pilot to validate ROI.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7500C0"/>
                </a:solidFill>
                <a:latin typeface="Graphik"/>
              </a:defRPr>
            </a:pPr>
            <a:r>
              <a:t>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6895" y="6217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F8C8D"/>
                </a:solidFill>
                <a:latin typeface="Graphik"/>
              </a:defRPr>
            </a:pPr>
            <a:r>
              <a:t>Internal Use Only | Contact: | christopher.g.roge@afs.com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